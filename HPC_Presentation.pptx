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30"/>
            </a:gs>
            <a:gs pos="100000">
              <a:srgbClr val="0078D7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Introduction to High-Performance Computing (HPC)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B900"/>
                </a:solidFill>
              </a:defRPr>
            </a:pPr>
            <a:r>
              <a:t>Supercomputers and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0C0C0"/>
                </a:solidFill>
              </a:defRPr>
            </a:pPr>
            <a:r>
              <a:t>Computer Organization and Architecture |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What is HPC?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HPC = High-Performance Computing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Uses supercomputers and clusters for complex computational tasks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Handles massive datasets and simulations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Processes calculations at unprecedented speeds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Essential for solving problems beyond traditional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8D7"/>
                </a:solidFill>
              </a:defRPr>
            </a:pPr>
            <a:r>
              <a:t>Brief History of HPC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1E30"/>
                </a:solidFill>
              </a:defRPr>
            </a:pPr>
            <a:r>
              <a:t>Evolution from early computers to exascale supercomputers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8D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Why HPC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Solves complex real-world problems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Weather prediction &amp; climate modeling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Drug discovery &amp; molecular design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AI training &amp; deep learning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Scientific research &amp; simulations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Connection to Computer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Parallel processing fundamentals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Multi-core CPUs &amp; GPUs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Distributed memory systems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High-speed interconnects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Cache hierarchies &amp; optimization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8D7"/>
                </a:solidFill>
              </a:defRPr>
            </a:pPr>
            <a:r>
              <a:t>Supercomputers vs Clusters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1E30"/>
                </a:solidFill>
              </a:defRPr>
            </a:pPr>
            <a:r>
              <a:t>Comparing performance, cost, scalability, and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8D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8D7"/>
                </a:solidFill>
              </a:defRPr>
            </a:pPr>
            <a:r>
              <a:t>Types of HPC Systems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41E30"/>
                </a:solidFill>
              </a:defRPr>
            </a:pPr>
            <a:r>
              <a:t>Classification of HPC architectures and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8D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HPC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High power consumption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Thermal management issues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Data transfer bottlenecks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Scalability limitations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Programming complexity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Solutions to HPC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Advanced liquid cooling systems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Energy-efficient chip designs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Optimized algorithms &amp; compilers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Hybrid CPU-GPU architectures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Improved interconnect technologies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Project Analysis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HPC evolves through continuous innovation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Technology comparisons drive improvements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Classification helps understand diverse approaches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Challenges are systematically addressed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Performance gains enable new discoveries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Recent HPC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Exascale supercomputers (e.g., Frontier, Aurora)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Quantum computing accelerators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Neuromorphic computing chips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AI-optimized hardware (TPUs, NPUs)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Advanced memory technologies (HBM, CXL)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Latest HPC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AI-driven HPC for genomics and proteomics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Record-breaking COVID-19 modeling simulations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Fusion energy research breakthroughs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Climate change prediction improvements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Materials science discoveries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Recent HPC Developments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Green HPC initiatives reducing carbon footprint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Edge computing integration with HPC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Open-source HPC software ecosystems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Cloud-based HPC services expansion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International HPC collaborations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Future HPC Trends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Quantum-classical hybrid systems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AI and HPC convergence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Sustainable computing designs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Ubiquitous HPC access</a:t>
            </a:r>
          </a:p>
          <a:p>
            <a:pPr>
              <a:spcAft>
                <a:spcPts val="1000"/>
              </a:spcAft>
              <a:defRPr sz="2000">
                <a:solidFill>
                  <a:srgbClr val="141E30"/>
                </a:solidFill>
              </a:defRPr>
            </a:pPr>
            <a:r>
              <a:t>• Personalized medicine platforms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Future HPC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Global collaborative research networks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Open-source HPC democratization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Space-based computing clusters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Biological computing integration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Autonomous HPC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HPC powers scientific and technological innovation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Evolution from mainframes to exascale systems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Tackles humanity's most complex challenges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Continuous advancement in hardware and software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Critical for future discoveries and breakthroughs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Real-World HPC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Hurricane prediction saves thousands of lives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Drug discovery accelerated from years to months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Universe simulations reveal cosmic mysteries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Protein folding breakthroughs (AlphaFold)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Climate models guide policy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HPC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Parallel task distribution across thousands of nodes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Real-time data processing at petabyte scale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Speedup: Days → Hours → Minutes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Workflow: Problem → Decomposition → Parallel Execution → Results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Example: Weather forecast in 30 minutes for 7-day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8FF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Ongoing Challenges &amp; Ethics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Cybersecurity in distributed systems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Ethical AI in HPC applications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Energy sustainability concerns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Digital divide and access inequality</a:t>
            </a:r>
          </a:p>
          <a:p>
            <a:pPr>
              <a:spcAft>
                <a:spcPts val="1200"/>
              </a:spcAft>
              <a:defRPr sz="2400">
                <a:solidFill>
                  <a:srgbClr val="141E30"/>
                </a:solidFill>
              </a:defRPr>
            </a:pPr>
            <a:r>
              <a:t>• Responsible use of computational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078D7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78D7"/>
            </a:gs>
            <a:gs pos="100000">
              <a:srgbClr val="141E3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B900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0C0C0"/>
                </a:solidFill>
              </a:defRPr>
            </a:pPr>
            <a:r>
              <a:t>For more information: hpc-research@university.edu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